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753600" cy="7315200"/>
  <p:notesSz cx="6858000" cy="9144000"/>
  <p:embeddedFontLst>
    <p:embeddedFont>
      <p:font typeface="Oswald" panose="00000500000000000000" pitchFamily="2" charset="0"/>
      <p:regular r:id="rId6"/>
    </p:embeddedFont>
    <p:embeddedFont>
      <p:font typeface="Oswald Bold" panose="00000800000000000000" charset="0"/>
      <p:regular r:id="rId7"/>
    </p:embeddedFont>
    <p:embeddedFont>
      <p:font typeface="Poppins Heavy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A01B4-29AA-4276-99AD-42A41D51524E}" v="13" dt="2026-05-12T13:54:09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12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svg"/><Relationship Id="rId4" Type="http://schemas.openxmlformats.org/officeDocument/2006/relationships/image" Target="../media/image3.jp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11" Type="http://schemas.openxmlformats.org/officeDocument/2006/relationships/image" Target="../media/image10.png"/><Relationship Id="rId5" Type="http://schemas.openxmlformats.org/officeDocument/2006/relationships/image" Target="../media/image13.jpg"/><Relationship Id="rId10" Type="http://schemas.openxmlformats.org/officeDocument/2006/relationships/image" Target="../media/image9.sv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image" Target="../media/image10.png"/><Relationship Id="rId5" Type="http://schemas.openxmlformats.org/officeDocument/2006/relationships/image" Target="../media/image24.jpeg"/><Relationship Id="rId10" Type="http://schemas.openxmlformats.org/officeDocument/2006/relationships/image" Target="../media/image29.sv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0320" y="1648961"/>
            <a:ext cx="1565704" cy="1565698"/>
            <a:chOff x="0" y="0"/>
            <a:chExt cx="6350000" cy="6349975"/>
          </a:xfrm>
          <a:blipFill>
            <a:blip r:embed="rId2"/>
            <a:stretch>
              <a:fillRect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998016" y="1648961"/>
            <a:ext cx="1565704" cy="1565698"/>
            <a:chOff x="0" y="0"/>
            <a:chExt cx="6350000" cy="6349975"/>
          </a:xfrm>
          <a:blipFill>
            <a:blip r:embed="rId3"/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995711" y="1648961"/>
            <a:ext cx="1565704" cy="1565698"/>
            <a:chOff x="0" y="0"/>
            <a:chExt cx="6350000" cy="6349975"/>
          </a:xfrm>
          <a:blipFill>
            <a:blip r:embed="rId4"/>
            <a:stretch>
              <a:fillRect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993406" y="1648961"/>
            <a:ext cx="1565704" cy="1565698"/>
            <a:chOff x="0" y="0"/>
            <a:chExt cx="6350000" cy="6349975"/>
          </a:xfrm>
          <a:blipFill>
            <a:blip r:embed="rId5"/>
            <a:stretch>
              <a:fillRect/>
            </a:stretch>
          </a:blip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00320" y="4261607"/>
            <a:ext cx="1565704" cy="1565698"/>
            <a:chOff x="0" y="0"/>
            <a:chExt cx="6350000" cy="6349975"/>
          </a:xfrm>
          <a:blipFill>
            <a:blip r:embed="rId6"/>
            <a:stretch>
              <a:fillRect/>
            </a:stretch>
          </a:blip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998016" y="4261607"/>
            <a:ext cx="1565704" cy="1565698"/>
            <a:chOff x="0" y="0"/>
            <a:chExt cx="6350000" cy="6349975"/>
          </a:xfrm>
          <a:blipFill>
            <a:blip r:embed="rId7"/>
            <a:stretch>
              <a:fillRect/>
            </a:stretch>
          </a:blip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4995711" y="4261607"/>
            <a:ext cx="1565704" cy="1565698"/>
            <a:chOff x="0" y="0"/>
            <a:chExt cx="6350000" cy="6349975"/>
          </a:xfrm>
          <a:blipFill>
            <a:blip r:embed="rId8"/>
            <a:stretch>
              <a:fillRect/>
            </a:stretch>
          </a:blip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993406" y="4261607"/>
            <a:ext cx="1565704" cy="1565698"/>
            <a:chOff x="0" y="0"/>
            <a:chExt cx="6350000" cy="63499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39987" t="-9954" r="-25046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65907" y="1345399"/>
            <a:ext cx="5040274" cy="0"/>
          </a:xfrm>
          <a:prstGeom prst="line">
            <a:avLst/>
          </a:prstGeom>
          <a:ln w="38100" cap="flat">
            <a:solidFill>
              <a:srgbClr val="365B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grpSp>
        <p:nvGrpSpPr>
          <p:cNvPr id="19" name="Group 19"/>
          <p:cNvGrpSpPr/>
          <p:nvPr/>
        </p:nvGrpSpPr>
        <p:grpSpPr>
          <a:xfrm rot="4407411">
            <a:off x="-2186282" y="5562163"/>
            <a:ext cx="3252219" cy="2043035"/>
            <a:chOff x="0" y="0"/>
            <a:chExt cx="1293861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3861" cy="812800"/>
            </a:xfrm>
            <a:custGeom>
              <a:avLst/>
              <a:gdLst/>
              <a:ahLst/>
              <a:cxnLst/>
              <a:rect l="l" t="t" r="r" b="b"/>
              <a:pathLst>
                <a:path w="1293861" h="812800">
                  <a:moveTo>
                    <a:pt x="0" y="0"/>
                  </a:moveTo>
                  <a:lnTo>
                    <a:pt x="1293861" y="0"/>
                  </a:lnTo>
                  <a:lnTo>
                    <a:pt x="12938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9386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735964">
            <a:off x="-528582" y="6942835"/>
            <a:ext cx="3514360" cy="2043035"/>
            <a:chOff x="0" y="0"/>
            <a:chExt cx="1398152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8152" cy="812800"/>
            </a:xfrm>
            <a:custGeom>
              <a:avLst/>
              <a:gdLst/>
              <a:ahLst/>
              <a:cxnLst/>
              <a:rect l="l" t="t" r="r" b="b"/>
              <a:pathLst>
                <a:path w="1398152" h="812800">
                  <a:moveTo>
                    <a:pt x="0" y="0"/>
                  </a:moveTo>
                  <a:lnTo>
                    <a:pt x="1398152" y="0"/>
                  </a:lnTo>
                  <a:lnTo>
                    <a:pt x="13981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398152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1419902">
            <a:off x="7354969" y="6608422"/>
            <a:ext cx="3560730" cy="2043035"/>
            <a:chOff x="0" y="0"/>
            <a:chExt cx="1416599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6599" cy="812800"/>
            </a:xfrm>
            <a:custGeom>
              <a:avLst/>
              <a:gdLst/>
              <a:ahLst/>
              <a:cxnLst/>
              <a:rect l="l" t="t" r="r" b="b"/>
              <a:pathLst>
                <a:path w="1416599" h="812800">
                  <a:moveTo>
                    <a:pt x="0" y="0"/>
                  </a:moveTo>
                  <a:lnTo>
                    <a:pt x="1416599" y="0"/>
                  </a:lnTo>
                  <a:lnTo>
                    <a:pt x="14165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416599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4528898">
            <a:off x="8738833" y="4983614"/>
            <a:ext cx="3475851" cy="2043035"/>
            <a:chOff x="0" y="0"/>
            <a:chExt cx="1382831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82831" cy="812800"/>
            </a:xfrm>
            <a:custGeom>
              <a:avLst/>
              <a:gdLst/>
              <a:ahLst/>
              <a:cxnLst/>
              <a:rect l="l" t="t" r="r" b="b"/>
              <a:pathLst>
                <a:path w="1382831" h="812800">
                  <a:moveTo>
                    <a:pt x="0" y="0"/>
                  </a:moveTo>
                  <a:lnTo>
                    <a:pt x="1382831" y="0"/>
                  </a:lnTo>
                  <a:lnTo>
                    <a:pt x="13828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38283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882074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2" name="Freeform 32"/>
          <p:cNvSpPr/>
          <p:nvPr/>
        </p:nvSpPr>
        <p:spPr>
          <a:xfrm>
            <a:off x="2880120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3" name="Freeform 33"/>
          <p:cNvSpPr/>
          <p:nvPr/>
        </p:nvSpPr>
        <p:spPr>
          <a:xfrm>
            <a:off x="4878166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4" name="Freeform 34"/>
          <p:cNvSpPr/>
          <p:nvPr/>
        </p:nvSpPr>
        <p:spPr>
          <a:xfrm>
            <a:off x="6876213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5" name="Freeform 35"/>
          <p:cNvSpPr/>
          <p:nvPr/>
        </p:nvSpPr>
        <p:spPr>
          <a:xfrm>
            <a:off x="946196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6" name="Freeform 36"/>
          <p:cNvSpPr/>
          <p:nvPr/>
        </p:nvSpPr>
        <p:spPr>
          <a:xfrm>
            <a:off x="2944243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7" name="Freeform 37"/>
          <p:cNvSpPr/>
          <p:nvPr/>
        </p:nvSpPr>
        <p:spPr>
          <a:xfrm>
            <a:off x="4942289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8" name="Freeform 38"/>
          <p:cNvSpPr/>
          <p:nvPr/>
        </p:nvSpPr>
        <p:spPr>
          <a:xfrm>
            <a:off x="6940335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9" name="TextBox 39"/>
          <p:cNvSpPr txBox="1"/>
          <p:nvPr/>
        </p:nvSpPr>
        <p:spPr>
          <a:xfrm>
            <a:off x="699340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amet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consectetur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adipiscing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elit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sed do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eiusmod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tempor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incididunt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ut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labore et dolore magna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aliqua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8217" y="3304372"/>
            <a:ext cx="168991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Ronald Driever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8217" y="3492893"/>
            <a:ext cx="1689910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Jeugdouderling wijk 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0320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amet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consectetur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adipiscing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elit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sed do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eiusmod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tempor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incididunt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ut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labore et dolore magna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aliqua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99801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Tom Horst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998016" y="3492893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Jeugdouderling wijk 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9801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amet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consectetur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adipiscing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elit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sed do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eiusmod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tempor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incididunt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ut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labore et dolore magna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aliqua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20051" y="3304372"/>
            <a:ext cx="151702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Daan de Bree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20051" y="3492893"/>
            <a:ext cx="151702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Jeugdouderling wijk 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995711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amet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consectetur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adipiscing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elit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sed do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eiusmod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tempor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incididunt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ut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labore et dolore magna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aliqua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9340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Mirjam Kwakenaak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93406" y="3492893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Jeugdraad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9340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amet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consectetur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adipiscing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elit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, sed do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eiusmod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tempor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incididunt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ut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 labore et dolore magna </a:t>
            </a:r>
            <a:r>
              <a:rPr lang="en-US" sz="673" dirty="0" err="1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aliqua</a:t>
            </a:r>
            <a:r>
              <a:rPr lang="en-US" sz="673" dirty="0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00320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Marjolein Hooydonk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0320" y="6105539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Jeugdraad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0320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99801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Henk-Jan van den Berge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98016" y="6105539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Jeugdraad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9801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995711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Rieke van de Lagemaat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995711" y="6105539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Jeugdraad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95711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9340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Vacature (jongere)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93406" y="6105539"/>
            <a:ext cx="1565704" cy="13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Jeugdraad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6755" y="513937"/>
            <a:ext cx="3044113" cy="44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>
                <a:solidFill>
                  <a:srgbClr val="365B6D"/>
                </a:solidFill>
                <a:latin typeface="Poppins Heavy"/>
                <a:ea typeface="Poppins Heavy"/>
                <a:cs typeface="Poppins Heavy"/>
                <a:sym typeface="Poppins Heavy"/>
              </a:rPr>
              <a:t>TEAM JEUGDWERK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965907" y="439030"/>
            <a:ext cx="5142337" cy="59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ken Hem, vind ons, groei samen!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B657AFF9-9E63-3881-0860-14A46E87C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" y="80757"/>
            <a:ext cx="677187" cy="6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0320" y="1648961"/>
            <a:ext cx="1565704" cy="1565698"/>
            <a:chOff x="0" y="0"/>
            <a:chExt cx="6350000" cy="6349975"/>
          </a:xfrm>
          <a:blipFill>
            <a:blip r:embed="rId2"/>
            <a:stretch>
              <a:fillRect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998016" y="1648961"/>
            <a:ext cx="1565704" cy="1565698"/>
            <a:chOff x="0" y="0"/>
            <a:chExt cx="6350000" cy="6349975"/>
          </a:xfrm>
          <a:blipFill>
            <a:blip r:embed="rId3"/>
            <a:stretch>
              <a:fillRect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995711" y="1648961"/>
            <a:ext cx="1565704" cy="1565698"/>
            <a:chOff x="0" y="0"/>
            <a:chExt cx="6350000" cy="6349975"/>
          </a:xfrm>
          <a:blipFill>
            <a:blip r:embed="rId4"/>
            <a:stretch>
              <a:fillRect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993406" y="1648961"/>
            <a:ext cx="1565704" cy="1565698"/>
            <a:chOff x="0" y="0"/>
            <a:chExt cx="6350000" cy="6349975"/>
          </a:xfrm>
          <a:blipFill>
            <a:blip r:embed="rId5"/>
            <a:stretch>
              <a:fillRect/>
            </a:stretch>
          </a:blip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00320" y="4261607"/>
            <a:ext cx="1565704" cy="1565698"/>
            <a:chOff x="0" y="0"/>
            <a:chExt cx="6350000" cy="6349975"/>
          </a:xfrm>
          <a:blipFill>
            <a:blip r:embed="rId6"/>
            <a:stretch>
              <a:fillRect/>
            </a:stretch>
          </a:blip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998016" y="4261607"/>
            <a:ext cx="1565704" cy="1565698"/>
            <a:chOff x="0" y="0"/>
            <a:chExt cx="6350000" cy="6349975"/>
          </a:xfrm>
          <a:blipFill>
            <a:blip r:embed="rId7"/>
            <a:stretch>
              <a:fillRect/>
            </a:stretch>
          </a:blip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4995711" y="4261607"/>
            <a:ext cx="1565704" cy="1565698"/>
            <a:chOff x="0" y="0"/>
            <a:chExt cx="6350000" cy="6349975"/>
          </a:xfrm>
          <a:blipFill>
            <a:blip r:embed="rId8"/>
            <a:stretch>
              <a:fillRect/>
            </a:stretch>
          </a:blip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993406" y="4261607"/>
            <a:ext cx="1565704" cy="1565698"/>
            <a:chOff x="0" y="0"/>
            <a:chExt cx="6350000" cy="6349975"/>
          </a:xfrm>
          <a:blipFill>
            <a:blip r:embed="rId9"/>
            <a:stretch>
              <a:fillRect/>
            </a:stretch>
          </a:blip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965907" y="1345399"/>
            <a:ext cx="5040274" cy="0"/>
          </a:xfrm>
          <a:prstGeom prst="line">
            <a:avLst/>
          </a:prstGeom>
          <a:ln w="38100" cap="flat">
            <a:solidFill>
              <a:srgbClr val="365B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grpSp>
        <p:nvGrpSpPr>
          <p:cNvPr id="19" name="Group 19"/>
          <p:cNvGrpSpPr/>
          <p:nvPr/>
        </p:nvGrpSpPr>
        <p:grpSpPr>
          <a:xfrm rot="4407411">
            <a:off x="-2186282" y="5562163"/>
            <a:ext cx="3252219" cy="2043035"/>
            <a:chOff x="0" y="0"/>
            <a:chExt cx="1293861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3861" cy="812800"/>
            </a:xfrm>
            <a:custGeom>
              <a:avLst/>
              <a:gdLst/>
              <a:ahLst/>
              <a:cxnLst/>
              <a:rect l="l" t="t" r="r" b="b"/>
              <a:pathLst>
                <a:path w="1293861" h="812800">
                  <a:moveTo>
                    <a:pt x="0" y="0"/>
                  </a:moveTo>
                  <a:lnTo>
                    <a:pt x="1293861" y="0"/>
                  </a:lnTo>
                  <a:lnTo>
                    <a:pt x="12938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9386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735964">
            <a:off x="-528582" y="6942835"/>
            <a:ext cx="3514360" cy="2043035"/>
            <a:chOff x="0" y="0"/>
            <a:chExt cx="1398152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8152" cy="812800"/>
            </a:xfrm>
            <a:custGeom>
              <a:avLst/>
              <a:gdLst/>
              <a:ahLst/>
              <a:cxnLst/>
              <a:rect l="l" t="t" r="r" b="b"/>
              <a:pathLst>
                <a:path w="1398152" h="812800">
                  <a:moveTo>
                    <a:pt x="0" y="0"/>
                  </a:moveTo>
                  <a:lnTo>
                    <a:pt x="1398152" y="0"/>
                  </a:lnTo>
                  <a:lnTo>
                    <a:pt x="13981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398152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1419902">
            <a:off x="7354969" y="6608422"/>
            <a:ext cx="3560730" cy="2043035"/>
            <a:chOff x="0" y="0"/>
            <a:chExt cx="1416599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16599" cy="812800"/>
            </a:xfrm>
            <a:custGeom>
              <a:avLst/>
              <a:gdLst/>
              <a:ahLst/>
              <a:cxnLst/>
              <a:rect l="l" t="t" r="r" b="b"/>
              <a:pathLst>
                <a:path w="1416599" h="812800">
                  <a:moveTo>
                    <a:pt x="0" y="0"/>
                  </a:moveTo>
                  <a:lnTo>
                    <a:pt x="1416599" y="0"/>
                  </a:lnTo>
                  <a:lnTo>
                    <a:pt x="14165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416599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4528898">
            <a:off x="8738833" y="4983614"/>
            <a:ext cx="3475851" cy="2043035"/>
            <a:chOff x="0" y="0"/>
            <a:chExt cx="1382831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82831" cy="812800"/>
            </a:xfrm>
            <a:custGeom>
              <a:avLst/>
              <a:gdLst/>
              <a:ahLst/>
              <a:cxnLst/>
              <a:rect l="l" t="t" r="r" b="b"/>
              <a:pathLst>
                <a:path w="1382831" h="812800">
                  <a:moveTo>
                    <a:pt x="0" y="0"/>
                  </a:moveTo>
                  <a:lnTo>
                    <a:pt x="1382831" y="0"/>
                  </a:lnTo>
                  <a:lnTo>
                    <a:pt x="13828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38283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882074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2" name="Freeform 32"/>
          <p:cNvSpPr/>
          <p:nvPr/>
        </p:nvSpPr>
        <p:spPr>
          <a:xfrm>
            <a:off x="2880120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3" name="Freeform 33"/>
          <p:cNvSpPr/>
          <p:nvPr/>
        </p:nvSpPr>
        <p:spPr>
          <a:xfrm>
            <a:off x="4878166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4" name="Freeform 34"/>
          <p:cNvSpPr/>
          <p:nvPr/>
        </p:nvSpPr>
        <p:spPr>
          <a:xfrm>
            <a:off x="6876213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5" name="Freeform 35"/>
          <p:cNvSpPr/>
          <p:nvPr/>
        </p:nvSpPr>
        <p:spPr>
          <a:xfrm>
            <a:off x="946196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6" name="Freeform 36"/>
          <p:cNvSpPr/>
          <p:nvPr/>
        </p:nvSpPr>
        <p:spPr>
          <a:xfrm>
            <a:off x="2944243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7" name="Freeform 37"/>
          <p:cNvSpPr/>
          <p:nvPr/>
        </p:nvSpPr>
        <p:spPr>
          <a:xfrm>
            <a:off x="4942289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8" name="Freeform 38"/>
          <p:cNvSpPr/>
          <p:nvPr/>
        </p:nvSpPr>
        <p:spPr>
          <a:xfrm>
            <a:off x="6940335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9" name="TextBox 39"/>
          <p:cNvSpPr txBox="1"/>
          <p:nvPr/>
        </p:nvSpPr>
        <p:spPr>
          <a:xfrm>
            <a:off x="699340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8217" y="3304372"/>
            <a:ext cx="168991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Greta Leeuwdrenth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8217" y="3492893"/>
            <a:ext cx="1689910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Groep 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0320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99801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Paul Haring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99801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Groep 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9801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20051" y="3304372"/>
            <a:ext cx="151702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Alex Wessels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020051" y="3492893"/>
            <a:ext cx="151702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18+ en </a:t>
            </a:r>
            <a:r>
              <a:rPr lang="en-US" sz="817" b="1" dirty="0" err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Belijdenis</a:t>
            </a:r>
            <a:endParaRPr lang="en-US" sz="817" b="1" dirty="0">
              <a:solidFill>
                <a:srgbClr val="289DD2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995711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9340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Hans Veldkamp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9340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9340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00320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Lisa van Maanen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00320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0320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99801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Jantine Vos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98016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9801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995711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Willeke van Werkhoven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995711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95711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9340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Jonathan van Grol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993406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6755" y="523462"/>
            <a:ext cx="3044113" cy="85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422" b="1">
                <a:solidFill>
                  <a:srgbClr val="365B6D"/>
                </a:solidFill>
                <a:latin typeface="Poppins Heavy"/>
                <a:ea typeface="Poppins Heavy"/>
                <a:cs typeface="Poppins Heavy"/>
                <a:sym typeface="Poppins Heavy"/>
              </a:rPr>
              <a:t>CATECHESE MENTOREN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965907" y="439030"/>
            <a:ext cx="5142337" cy="59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ken Hem, vind ons, groei samen!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165BAA-D6DF-9AA1-8BCC-7209658EA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" y="80757"/>
            <a:ext cx="677187" cy="6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16">
            <a:extLst>
              <a:ext uri="{FF2B5EF4-FFF2-40B4-BE49-F238E27FC236}">
                <a16:creationId xmlns:a16="http://schemas.microsoft.com/office/drawing/2014/main" id="{63345AC0-7019-E8F2-6A05-20664024A1A9}"/>
              </a:ext>
            </a:extLst>
          </p:cNvPr>
          <p:cNvGrpSpPr>
            <a:grpSpLocks noChangeAspect="1"/>
          </p:cNvGrpSpPr>
          <p:nvPr/>
        </p:nvGrpSpPr>
        <p:grpSpPr>
          <a:xfrm>
            <a:off x="2998016" y="4342227"/>
            <a:ext cx="1565704" cy="1565698"/>
            <a:chOff x="0" y="0"/>
            <a:chExt cx="6350000" cy="6349975"/>
          </a:xfrm>
        </p:grpSpPr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89DE3CA4-5D88-1CE1-4949-9D7F8BD771C2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9987" t="-9954" r="-25046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60" name="Group 16">
            <a:extLst>
              <a:ext uri="{FF2B5EF4-FFF2-40B4-BE49-F238E27FC236}">
                <a16:creationId xmlns:a16="http://schemas.microsoft.com/office/drawing/2014/main" id="{0CED021D-83E9-5F6D-39CC-6231A2376557}"/>
              </a:ext>
            </a:extLst>
          </p:cNvPr>
          <p:cNvGrpSpPr>
            <a:grpSpLocks noChangeAspect="1"/>
          </p:cNvGrpSpPr>
          <p:nvPr/>
        </p:nvGrpSpPr>
        <p:grpSpPr>
          <a:xfrm>
            <a:off x="957802" y="4342227"/>
            <a:ext cx="1565704" cy="1565698"/>
            <a:chOff x="0" y="0"/>
            <a:chExt cx="6350000" cy="6349975"/>
          </a:xfrm>
        </p:grpSpPr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35298249-7CC2-D597-A501-544F1F6E02FF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9987" t="-9954" r="-25046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56" name="Group 16">
            <a:extLst>
              <a:ext uri="{FF2B5EF4-FFF2-40B4-BE49-F238E27FC236}">
                <a16:creationId xmlns:a16="http://schemas.microsoft.com/office/drawing/2014/main" id="{D7377B40-91EA-A2A5-EF77-A020341594C3}"/>
              </a:ext>
            </a:extLst>
          </p:cNvPr>
          <p:cNvGrpSpPr>
            <a:grpSpLocks noChangeAspect="1"/>
          </p:cNvGrpSpPr>
          <p:nvPr/>
        </p:nvGrpSpPr>
        <p:grpSpPr>
          <a:xfrm>
            <a:off x="6993406" y="1722462"/>
            <a:ext cx="1565704" cy="1565698"/>
            <a:chOff x="0" y="0"/>
            <a:chExt cx="6350000" cy="6349975"/>
          </a:xfrm>
        </p:grpSpPr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45977649-EF6B-D4F2-87C4-ADAD0D9568AE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9987" t="-9954" r="-25046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0320" y="1648961"/>
            <a:ext cx="1565704" cy="1565698"/>
            <a:chOff x="0" y="0"/>
            <a:chExt cx="6350000" cy="6349975"/>
          </a:xfrm>
          <a:blipFill>
            <a:blip r:embed="rId3"/>
            <a:stretch>
              <a:fillRect l="-34721" r="-337"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998016" y="1648961"/>
            <a:ext cx="1565704" cy="1565698"/>
            <a:chOff x="0" y="0"/>
            <a:chExt cx="6350000" cy="6349975"/>
          </a:xfrm>
          <a:blipFill>
            <a:blip r:embed="rId4"/>
            <a:stretch>
              <a:fillRect l="-34721" r="-337"/>
            </a:stretch>
          </a:blip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995711" y="1648961"/>
            <a:ext cx="1565704" cy="1565698"/>
            <a:chOff x="0" y="0"/>
            <a:chExt cx="6350000" cy="6349975"/>
          </a:xfrm>
          <a:blipFill>
            <a:blip r:embed="rId5"/>
            <a:stretch>
              <a:fillRect l="-34721" r="-337"/>
            </a:stretch>
          </a:blip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3965907" y="1345399"/>
            <a:ext cx="5040274" cy="0"/>
          </a:xfrm>
          <a:prstGeom prst="line">
            <a:avLst/>
          </a:prstGeom>
          <a:ln w="38100" cap="flat">
            <a:solidFill>
              <a:srgbClr val="365B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grpSp>
        <p:nvGrpSpPr>
          <p:cNvPr id="15" name="Group 15"/>
          <p:cNvGrpSpPr/>
          <p:nvPr/>
        </p:nvGrpSpPr>
        <p:grpSpPr>
          <a:xfrm rot="4407411">
            <a:off x="-2186282" y="5562163"/>
            <a:ext cx="3252219" cy="2043035"/>
            <a:chOff x="0" y="0"/>
            <a:chExt cx="1293861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3861" cy="812800"/>
            </a:xfrm>
            <a:custGeom>
              <a:avLst/>
              <a:gdLst/>
              <a:ahLst/>
              <a:cxnLst/>
              <a:rect l="l" t="t" r="r" b="b"/>
              <a:pathLst>
                <a:path w="1293861" h="812800">
                  <a:moveTo>
                    <a:pt x="0" y="0"/>
                  </a:moveTo>
                  <a:lnTo>
                    <a:pt x="1293861" y="0"/>
                  </a:lnTo>
                  <a:lnTo>
                    <a:pt x="12938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29386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735964">
            <a:off x="-528582" y="6942835"/>
            <a:ext cx="3514360" cy="2043035"/>
            <a:chOff x="0" y="0"/>
            <a:chExt cx="1398152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98152" cy="812800"/>
            </a:xfrm>
            <a:custGeom>
              <a:avLst/>
              <a:gdLst/>
              <a:ahLst/>
              <a:cxnLst/>
              <a:rect l="l" t="t" r="r" b="b"/>
              <a:pathLst>
                <a:path w="1398152" h="812800">
                  <a:moveTo>
                    <a:pt x="0" y="0"/>
                  </a:moveTo>
                  <a:lnTo>
                    <a:pt x="1398152" y="0"/>
                  </a:lnTo>
                  <a:lnTo>
                    <a:pt x="13981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398152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1419902">
            <a:off x="7354969" y="6608422"/>
            <a:ext cx="3560730" cy="2043035"/>
            <a:chOff x="0" y="0"/>
            <a:chExt cx="1416599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16599" cy="812800"/>
            </a:xfrm>
            <a:custGeom>
              <a:avLst/>
              <a:gdLst/>
              <a:ahLst/>
              <a:cxnLst/>
              <a:rect l="l" t="t" r="r" b="b"/>
              <a:pathLst>
                <a:path w="1416599" h="812800">
                  <a:moveTo>
                    <a:pt x="0" y="0"/>
                  </a:moveTo>
                  <a:lnTo>
                    <a:pt x="1416599" y="0"/>
                  </a:lnTo>
                  <a:lnTo>
                    <a:pt x="14165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416599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4528898">
            <a:off x="8738833" y="4983614"/>
            <a:ext cx="3475851" cy="2043035"/>
            <a:chOff x="0" y="0"/>
            <a:chExt cx="1382831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82831" cy="812800"/>
            </a:xfrm>
            <a:custGeom>
              <a:avLst/>
              <a:gdLst/>
              <a:ahLst/>
              <a:cxnLst/>
              <a:rect l="l" t="t" r="r" b="b"/>
              <a:pathLst>
                <a:path w="1382831" h="812800">
                  <a:moveTo>
                    <a:pt x="0" y="0"/>
                  </a:moveTo>
                  <a:lnTo>
                    <a:pt x="1382831" y="0"/>
                  </a:lnTo>
                  <a:lnTo>
                    <a:pt x="13828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8283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82074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8" name="Freeform 28"/>
          <p:cNvSpPr/>
          <p:nvPr/>
        </p:nvSpPr>
        <p:spPr>
          <a:xfrm>
            <a:off x="2880120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29" name="Freeform 29"/>
          <p:cNvSpPr/>
          <p:nvPr/>
        </p:nvSpPr>
        <p:spPr>
          <a:xfrm>
            <a:off x="4878166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0" name="Freeform 30"/>
          <p:cNvSpPr/>
          <p:nvPr/>
        </p:nvSpPr>
        <p:spPr>
          <a:xfrm>
            <a:off x="6876213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1" name="Freeform 31"/>
          <p:cNvSpPr/>
          <p:nvPr/>
        </p:nvSpPr>
        <p:spPr>
          <a:xfrm>
            <a:off x="946196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2" name="Freeform 32"/>
          <p:cNvSpPr/>
          <p:nvPr/>
        </p:nvSpPr>
        <p:spPr>
          <a:xfrm>
            <a:off x="2944243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3" name="TextBox 33"/>
          <p:cNvSpPr txBox="1"/>
          <p:nvPr/>
        </p:nvSpPr>
        <p:spPr>
          <a:xfrm>
            <a:off x="938217" y="3304372"/>
            <a:ext cx="168991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Corine van Vliet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8217" y="3492893"/>
            <a:ext cx="1689910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4-6 VO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0320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9801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Harm Olde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9801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4-6 VO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9801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20051" y="3304372"/>
            <a:ext cx="151702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Jolanda Dees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20051" y="3492893"/>
            <a:ext cx="151702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4-6 VO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995711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9340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Vacature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9340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99340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320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Vacature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0320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0320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9801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Vacature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98016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Groep 7 &amp; 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9801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36755" y="523462"/>
            <a:ext cx="3044113" cy="85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422" b="1">
                <a:solidFill>
                  <a:srgbClr val="365B6D"/>
                </a:solidFill>
                <a:latin typeface="Poppins Heavy"/>
                <a:ea typeface="Poppins Heavy"/>
                <a:cs typeface="Poppins Heavy"/>
                <a:sym typeface="Poppins Heavy"/>
              </a:rPr>
              <a:t>CATECHESE MENTOREN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65907" y="439030"/>
            <a:ext cx="5142337" cy="59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ken Hem, vind ons, groei samen!</a:t>
            </a:r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71F143B3-976C-F289-874B-847B88636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" y="80757"/>
            <a:ext cx="677187" cy="6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C80B-E241-439A-983B-025815ED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AF5611-BE33-2B0D-6BC0-2E9222BA0007}"/>
              </a:ext>
            </a:extLst>
          </p:cNvPr>
          <p:cNvGrpSpPr>
            <a:grpSpLocks noChangeAspect="1"/>
          </p:cNvGrpSpPr>
          <p:nvPr/>
        </p:nvGrpSpPr>
        <p:grpSpPr>
          <a:xfrm>
            <a:off x="1000320" y="1648961"/>
            <a:ext cx="1565704" cy="1565698"/>
            <a:chOff x="0" y="0"/>
            <a:chExt cx="6350000" cy="63499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C7196E-4FD4-C381-2DBC-96A582BA3498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78303" r="-78303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A4C6B3B-3681-CDF5-70B6-FC9A4CFA7323}"/>
              </a:ext>
            </a:extLst>
          </p:cNvPr>
          <p:cNvGrpSpPr>
            <a:grpSpLocks noChangeAspect="1"/>
          </p:cNvGrpSpPr>
          <p:nvPr/>
        </p:nvGrpSpPr>
        <p:grpSpPr>
          <a:xfrm>
            <a:off x="2998016" y="1648961"/>
            <a:ext cx="1565704" cy="1565698"/>
            <a:chOff x="0" y="0"/>
            <a:chExt cx="6350000" cy="634997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785586-5C8F-9D41-C6E3-C141AFC3D121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19215C1-7363-A921-A6A3-7DE8DF274EE7}"/>
              </a:ext>
            </a:extLst>
          </p:cNvPr>
          <p:cNvGrpSpPr>
            <a:grpSpLocks noChangeAspect="1"/>
          </p:cNvGrpSpPr>
          <p:nvPr/>
        </p:nvGrpSpPr>
        <p:grpSpPr>
          <a:xfrm>
            <a:off x="4995711" y="1648961"/>
            <a:ext cx="1565704" cy="1565698"/>
            <a:chOff x="0" y="0"/>
            <a:chExt cx="6350000" cy="63499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89E37B7-01E6-277F-C522-226751E467FE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6909" r="-33090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981EC8D-3DE0-604E-D9A0-80154E8199FF}"/>
              </a:ext>
            </a:extLst>
          </p:cNvPr>
          <p:cNvGrpSpPr>
            <a:grpSpLocks noChangeAspect="1"/>
          </p:cNvGrpSpPr>
          <p:nvPr/>
        </p:nvGrpSpPr>
        <p:grpSpPr>
          <a:xfrm>
            <a:off x="6993406" y="1648961"/>
            <a:ext cx="1565704" cy="1565698"/>
            <a:chOff x="0" y="0"/>
            <a:chExt cx="6350000" cy="634997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33DB940-5376-A59A-8877-87ED7E054432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34721" r="-337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6E74E4C-3109-014F-C78E-12DAED810100}"/>
              </a:ext>
            </a:extLst>
          </p:cNvPr>
          <p:cNvGrpSpPr>
            <a:grpSpLocks noChangeAspect="1"/>
          </p:cNvGrpSpPr>
          <p:nvPr/>
        </p:nvGrpSpPr>
        <p:grpSpPr>
          <a:xfrm>
            <a:off x="1000320" y="4261607"/>
            <a:ext cx="1565704" cy="1565698"/>
            <a:chOff x="0" y="0"/>
            <a:chExt cx="6350000" cy="634997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10E7D2D-4FBF-4829-12E2-836AA45975A0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t="-718" b="-718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6835F76-22F2-F13F-4F4A-60AF0E74896F}"/>
              </a:ext>
            </a:extLst>
          </p:cNvPr>
          <p:cNvGrpSpPr>
            <a:grpSpLocks noChangeAspect="1"/>
          </p:cNvGrpSpPr>
          <p:nvPr/>
        </p:nvGrpSpPr>
        <p:grpSpPr>
          <a:xfrm>
            <a:off x="2998016" y="4261607"/>
            <a:ext cx="1565704" cy="1565698"/>
            <a:chOff x="0" y="0"/>
            <a:chExt cx="6350000" cy="63499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82BF092-E500-B291-EFDA-238B49B0D90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t="-4833" b="-45167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9594A86-10BC-03AA-9993-93C5A10A4248}"/>
              </a:ext>
            </a:extLst>
          </p:cNvPr>
          <p:cNvGrpSpPr>
            <a:grpSpLocks noChangeAspect="1"/>
          </p:cNvGrpSpPr>
          <p:nvPr/>
        </p:nvGrpSpPr>
        <p:grpSpPr>
          <a:xfrm>
            <a:off x="4995711" y="4261607"/>
            <a:ext cx="1565704" cy="1565698"/>
            <a:chOff x="0" y="0"/>
            <a:chExt cx="6350000" cy="634997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8FE9861-4837-088C-1A01-B47C515D7089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9898" r="-26078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F0D1952-8FC1-9DDB-B091-2FEE5F40B73F}"/>
              </a:ext>
            </a:extLst>
          </p:cNvPr>
          <p:cNvGrpSpPr>
            <a:grpSpLocks noChangeAspect="1"/>
          </p:cNvGrpSpPr>
          <p:nvPr/>
        </p:nvGrpSpPr>
        <p:grpSpPr>
          <a:xfrm>
            <a:off x="6993406" y="4261607"/>
            <a:ext cx="1565704" cy="1565698"/>
            <a:chOff x="0" y="0"/>
            <a:chExt cx="6350000" cy="6349975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AC92905-5442-1394-FEC7-77DD29430D08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39987" t="-9954" r="-25046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18" name="AutoShape 18">
            <a:extLst>
              <a:ext uri="{FF2B5EF4-FFF2-40B4-BE49-F238E27FC236}">
                <a16:creationId xmlns:a16="http://schemas.microsoft.com/office/drawing/2014/main" id="{02AE6B4C-9F36-BC4E-3D94-87C6F10B9177}"/>
              </a:ext>
            </a:extLst>
          </p:cNvPr>
          <p:cNvSpPr/>
          <p:nvPr/>
        </p:nvSpPr>
        <p:spPr>
          <a:xfrm>
            <a:off x="3965907" y="1345399"/>
            <a:ext cx="5040274" cy="0"/>
          </a:xfrm>
          <a:prstGeom prst="line">
            <a:avLst/>
          </a:prstGeom>
          <a:ln w="38100" cap="flat">
            <a:solidFill>
              <a:srgbClr val="365B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nl-NL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F41083E-8149-2A51-1845-78CFA5701D47}"/>
              </a:ext>
            </a:extLst>
          </p:cNvPr>
          <p:cNvGrpSpPr/>
          <p:nvPr/>
        </p:nvGrpSpPr>
        <p:grpSpPr>
          <a:xfrm rot="4407411">
            <a:off x="-2186282" y="5562163"/>
            <a:ext cx="3252219" cy="2043035"/>
            <a:chOff x="0" y="0"/>
            <a:chExt cx="1293861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7385355-AB6C-7FAB-49A3-805CB3A4CB67}"/>
                </a:ext>
              </a:extLst>
            </p:cNvPr>
            <p:cNvSpPr/>
            <p:nvPr/>
          </p:nvSpPr>
          <p:spPr>
            <a:xfrm>
              <a:off x="0" y="0"/>
              <a:ext cx="1293861" cy="812800"/>
            </a:xfrm>
            <a:custGeom>
              <a:avLst/>
              <a:gdLst/>
              <a:ahLst/>
              <a:cxnLst/>
              <a:rect l="l" t="t" r="r" b="b"/>
              <a:pathLst>
                <a:path w="1293861" h="812800">
                  <a:moveTo>
                    <a:pt x="0" y="0"/>
                  </a:moveTo>
                  <a:lnTo>
                    <a:pt x="1293861" y="0"/>
                  </a:lnTo>
                  <a:lnTo>
                    <a:pt x="129386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A73F049-903C-6879-7511-4AC68F2F5C05}"/>
                </a:ext>
              </a:extLst>
            </p:cNvPr>
            <p:cNvSpPr txBox="1"/>
            <p:nvPr/>
          </p:nvSpPr>
          <p:spPr>
            <a:xfrm>
              <a:off x="0" y="-19050"/>
              <a:ext cx="129386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F09A12B-4CBB-E543-1841-FC9442DD4BD0}"/>
              </a:ext>
            </a:extLst>
          </p:cNvPr>
          <p:cNvGrpSpPr/>
          <p:nvPr/>
        </p:nvGrpSpPr>
        <p:grpSpPr>
          <a:xfrm rot="735964">
            <a:off x="-528582" y="6942835"/>
            <a:ext cx="3514360" cy="2043035"/>
            <a:chOff x="0" y="0"/>
            <a:chExt cx="1398152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1EFB2E0-2AA0-D282-2C71-8FEC846CD24C}"/>
                </a:ext>
              </a:extLst>
            </p:cNvPr>
            <p:cNvSpPr/>
            <p:nvPr/>
          </p:nvSpPr>
          <p:spPr>
            <a:xfrm>
              <a:off x="0" y="0"/>
              <a:ext cx="1398152" cy="812800"/>
            </a:xfrm>
            <a:custGeom>
              <a:avLst/>
              <a:gdLst/>
              <a:ahLst/>
              <a:cxnLst/>
              <a:rect l="l" t="t" r="r" b="b"/>
              <a:pathLst>
                <a:path w="1398152" h="812800">
                  <a:moveTo>
                    <a:pt x="0" y="0"/>
                  </a:moveTo>
                  <a:lnTo>
                    <a:pt x="1398152" y="0"/>
                  </a:lnTo>
                  <a:lnTo>
                    <a:pt x="13981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003A997-A75C-1C51-11AA-21BA10830DB1}"/>
                </a:ext>
              </a:extLst>
            </p:cNvPr>
            <p:cNvSpPr txBox="1"/>
            <p:nvPr/>
          </p:nvSpPr>
          <p:spPr>
            <a:xfrm>
              <a:off x="0" y="-19050"/>
              <a:ext cx="1398152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42DEA5B-7858-A411-43F6-473196FCDE41}"/>
              </a:ext>
            </a:extLst>
          </p:cNvPr>
          <p:cNvGrpSpPr/>
          <p:nvPr/>
        </p:nvGrpSpPr>
        <p:grpSpPr>
          <a:xfrm rot="-1419902">
            <a:off x="7354969" y="6608422"/>
            <a:ext cx="3560730" cy="2043035"/>
            <a:chOff x="0" y="0"/>
            <a:chExt cx="1416599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C0F235E-3FD9-2C99-8B48-ADE05232E8FF}"/>
                </a:ext>
              </a:extLst>
            </p:cNvPr>
            <p:cNvSpPr/>
            <p:nvPr/>
          </p:nvSpPr>
          <p:spPr>
            <a:xfrm>
              <a:off x="0" y="0"/>
              <a:ext cx="1416599" cy="812800"/>
            </a:xfrm>
            <a:custGeom>
              <a:avLst/>
              <a:gdLst/>
              <a:ahLst/>
              <a:cxnLst/>
              <a:rect l="l" t="t" r="r" b="b"/>
              <a:pathLst>
                <a:path w="1416599" h="812800">
                  <a:moveTo>
                    <a:pt x="0" y="0"/>
                  </a:moveTo>
                  <a:lnTo>
                    <a:pt x="1416599" y="0"/>
                  </a:lnTo>
                  <a:lnTo>
                    <a:pt x="14165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DF52876-1581-B945-6A46-4A94274120D3}"/>
                </a:ext>
              </a:extLst>
            </p:cNvPr>
            <p:cNvSpPr txBox="1"/>
            <p:nvPr/>
          </p:nvSpPr>
          <p:spPr>
            <a:xfrm>
              <a:off x="0" y="-19050"/>
              <a:ext cx="1416599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50696E2-D0ED-929D-28BB-69B3321DCEF7}"/>
              </a:ext>
            </a:extLst>
          </p:cNvPr>
          <p:cNvGrpSpPr/>
          <p:nvPr/>
        </p:nvGrpSpPr>
        <p:grpSpPr>
          <a:xfrm rot="-4528898">
            <a:off x="8738833" y="4983614"/>
            <a:ext cx="3475851" cy="2043035"/>
            <a:chOff x="0" y="0"/>
            <a:chExt cx="1382831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97BFC79-6AF5-FE96-4D01-C5028E082317}"/>
                </a:ext>
              </a:extLst>
            </p:cNvPr>
            <p:cNvSpPr/>
            <p:nvPr/>
          </p:nvSpPr>
          <p:spPr>
            <a:xfrm>
              <a:off x="0" y="0"/>
              <a:ext cx="1382831" cy="812800"/>
            </a:xfrm>
            <a:custGeom>
              <a:avLst/>
              <a:gdLst/>
              <a:ahLst/>
              <a:cxnLst/>
              <a:rect l="l" t="t" r="r" b="b"/>
              <a:pathLst>
                <a:path w="1382831" h="812800">
                  <a:moveTo>
                    <a:pt x="0" y="0"/>
                  </a:moveTo>
                  <a:lnTo>
                    <a:pt x="1382831" y="0"/>
                  </a:lnTo>
                  <a:lnTo>
                    <a:pt x="13828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89DD2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0ED3220-ABBC-BD6B-4D6C-4F5FC66E7819}"/>
                </a:ext>
              </a:extLst>
            </p:cNvPr>
            <p:cNvSpPr txBox="1"/>
            <p:nvPr/>
          </p:nvSpPr>
          <p:spPr>
            <a:xfrm>
              <a:off x="0" y="-19050"/>
              <a:ext cx="1382831" cy="831850"/>
            </a:xfrm>
            <a:prstGeom prst="rect">
              <a:avLst/>
            </a:prstGeom>
          </p:spPr>
          <p:txBody>
            <a:bodyPr lIns="31770" tIns="31770" rIns="31770" bIns="31770" rtlCol="0" anchor="ctr"/>
            <a:lstStyle/>
            <a:p>
              <a:pPr algn="ctr">
                <a:lnSpc>
                  <a:spcPts val="1576"/>
                </a:lnSpc>
              </a:pPr>
              <a:endParaRPr/>
            </a:p>
          </p:txBody>
        </p:sp>
      </p:grpSp>
      <p:sp>
        <p:nvSpPr>
          <p:cNvPr id="31" name="Freeform 31">
            <a:extLst>
              <a:ext uri="{FF2B5EF4-FFF2-40B4-BE49-F238E27FC236}">
                <a16:creationId xmlns:a16="http://schemas.microsoft.com/office/drawing/2014/main" id="{C2E1C330-816F-7AF1-D506-42D99A97FB7F}"/>
              </a:ext>
            </a:extLst>
          </p:cNvPr>
          <p:cNvSpPr/>
          <p:nvPr/>
        </p:nvSpPr>
        <p:spPr>
          <a:xfrm>
            <a:off x="882074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6F42A545-341B-77C9-993E-A3BE008FE530}"/>
              </a:ext>
            </a:extLst>
          </p:cNvPr>
          <p:cNvSpPr/>
          <p:nvPr/>
        </p:nvSpPr>
        <p:spPr>
          <a:xfrm>
            <a:off x="2880120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BD50D423-2A26-701C-6A03-8EBECA82392A}"/>
              </a:ext>
            </a:extLst>
          </p:cNvPr>
          <p:cNvSpPr/>
          <p:nvPr/>
        </p:nvSpPr>
        <p:spPr>
          <a:xfrm>
            <a:off x="4878166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655395D9-38EB-F849-339A-7DF6E7742502}"/>
              </a:ext>
            </a:extLst>
          </p:cNvPr>
          <p:cNvSpPr/>
          <p:nvPr/>
        </p:nvSpPr>
        <p:spPr>
          <a:xfrm>
            <a:off x="6876213" y="1648961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1"/>
                </a:lnTo>
                <a:lnTo>
                  <a:pt x="0" y="3751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165AA04E-2EDD-0452-2924-DB4D07D6CBBD}"/>
              </a:ext>
            </a:extLst>
          </p:cNvPr>
          <p:cNvSpPr/>
          <p:nvPr/>
        </p:nvSpPr>
        <p:spPr>
          <a:xfrm>
            <a:off x="946196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F78E0C1C-AE48-C1B1-625E-D896717FEA39}"/>
              </a:ext>
            </a:extLst>
          </p:cNvPr>
          <p:cNvSpPr/>
          <p:nvPr/>
        </p:nvSpPr>
        <p:spPr>
          <a:xfrm>
            <a:off x="2944243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C80BE641-1E7D-0458-2958-9A56DAE8183D}"/>
              </a:ext>
            </a:extLst>
          </p:cNvPr>
          <p:cNvSpPr/>
          <p:nvPr/>
        </p:nvSpPr>
        <p:spPr>
          <a:xfrm>
            <a:off x="4942289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1" y="0"/>
                </a:lnTo>
                <a:lnTo>
                  <a:pt x="436891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B7AA45AC-6694-CFD4-CE4B-50A154182E4F}"/>
              </a:ext>
            </a:extLst>
          </p:cNvPr>
          <p:cNvSpPr/>
          <p:nvPr/>
        </p:nvSpPr>
        <p:spPr>
          <a:xfrm>
            <a:off x="6940335" y="4212018"/>
            <a:ext cx="436892" cy="375181"/>
          </a:xfrm>
          <a:custGeom>
            <a:avLst/>
            <a:gdLst/>
            <a:ahLst/>
            <a:cxnLst/>
            <a:rect l="l" t="t" r="r" b="b"/>
            <a:pathLst>
              <a:path w="436892" h="375181">
                <a:moveTo>
                  <a:pt x="0" y="0"/>
                </a:moveTo>
                <a:lnTo>
                  <a:pt x="436892" y="0"/>
                </a:lnTo>
                <a:lnTo>
                  <a:pt x="436892" y="375180"/>
                </a:lnTo>
                <a:lnTo>
                  <a:pt x="0" y="375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2F15D1EF-8A41-2E69-5CD4-B7EA9B15A949}"/>
              </a:ext>
            </a:extLst>
          </p:cNvPr>
          <p:cNvSpPr txBox="1"/>
          <p:nvPr/>
        </p:nvSpPr>
        <p:spPr>
          <a:xfrm>
            <a:off x="699340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DFC8ADE-A870-AD38-BE8F-AE6F58C3CC30}"/>
              </a:ext>
            </a:extLst>
          </p:cNvPr>
          <p:cNvSpPr txBox="1"/>
          <p:nvPr/>
        </p:nvSpPr>
        <p:spPr>
          <a:xfrm>
            <a:off x="938217" y="3304372"/>
            <a:ext cx="168991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Greta </a:t>
            </a:r>
            <a:r>
              <a:rPr lang="en-US" sz="1200" b="1" dirty="0" err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Leeuwdrenth</a:t>
            </a:r>
            <a:endParaRPr lang="en-US" sz="1200" b="1" dirty="0">
              <a:solidFill>
                <a:srgbClr val="365B6D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9606C55-94EA-482D-D3DC-75E63C91F613}"/>
              </a:ext>
            </a:extLst>
          </p:cNvPr>
          <p:cNvSpPr txBox="1"/>
          <p:nvPr/>
        </p:nvSpPr>
        <p:spPr>
          <a:xfrm>
            <a:off x="938217" y="3492893"/>
            <a:ext cx="1689910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Groep 7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099623DB-0942-903C-20E5-F0DCFA7FE557}"/>
              </a:ext>
            </a:extLst>
          </p:cNvPr>
          <p:cNvSpPr txBox="1"/>
          <p:nvPr/>
        </p:nvSpPr>
        <p:spPr>
          <a:xfrm>
            <a:off x="1000320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370C81F-0DE2-F8C9-2ED9-F7F966E152A0}"/>
              </a:ext>
            </a:extLst>
          </p:cNvPr>
          <p:cNvSpPr txBox="1"/>
          <p:nvPr/>
        </p:nvSpPr>
        <p:spPr>
          <a:xfrm>
            <a:off x="299801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Paul Haring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8F5B161-9291-E642-4CC1-E1EC790C630F}"/>
              </a:ext>
            </a:extLst>
          </p:cNvPr>
          <p:cNvSpPr txBox="1"/>
          <p:nvPr/>
        </p:nvSpPr>
        <p:spPr>
          <a:xfrm>
            <a:off x="299801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Groep 8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8AC33AFA-9C0F-1A05-AEF7-A78BF4ECA98C}"/>
              </a:ext>
            </a:extLst>
          </p:cNvPr>
          <p:cNvSpPr txBox="1"/>
          <p:nvPr/>
        </p:nvSpPr>
        <p:spPr>
          <a:xfrm>
            <a:off x="299801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6461EE99-C3F2-68CB-B288-6563539EE25D}"/>
              </a:ext>
            </a:extLst>
          </p:cNvPr>
          <p:cNvSpPr txBox="1"/>
          <p:nvPr/>
        </p:nvSpPr>
        <p:spPr>
          <a:xfrm>
            <a:off x="5020051" y="3304372"/>
            <a:ext cx="151702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Alex Wessels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02553D37-2C54-927B-21D1-5D053978232E}"/>
              </a:ext>
            </a:extLst>
          </p:cNvPr>
          <p:cNvSpPr txBox="1"/>
          <p:nvPr/>
        </p:nvSpPr>
        <p:spPr>
          <a:xfrm>
            <a:off x="5020051" y="3492893"/>
            <a:ext cx="151702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18+ en </a:t>
            </a:r>
            <a:r>
              <a:rPr lang="en-US" sz="817" b="1" dirty="0" err="1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Belijdenis</a:t>
            </a:r>
            <a:endParaRPr lang="en-US" sz="817" b="1" dirty="0">
              <a:solidFill>
                <a:srgbClr val="289DD2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475D431-367E-D438-258E-C003F299EF72}"/>
              </a:ext>
            </a:extLst>
          </p:cNvPr>
          <p:cNvSpPr txBox="1"/>
          <p:nvPr/>
        </p:nvSpPr>
        <p:spPr>
          <a:xfrm>
            <a:off x="4995711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142AECF8-AB75-C8D3-0E0F-247B470CF81A}"/>
              </a:ext>
            </a:extLst>
          </p:cNvPr>
          <p:cNvSpPr txBox="1"/>
          <p:nvPr/>
        </p:nvSpPr>
        <p:spPr>
          <a:xfrm>
            <a:off x="6993406" y="3304372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Hans Veldkamp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E83E1E8C-9A67-70C1-643B-D07ABC85825A}"/>
              </a:ext>
            </a:extLst>
          </p:cNvPr>
          <p:cNvSpPr txBox="1"/>
          <p:nvPr/>
        </p:nvSpPr>
        <p:spPr>
          <a:xfrm>
            <a:off x="6993406" y="3492893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A98CFF37-AD4C-1ED5-3BD0-8250A31A5A2A}"/>
              </a:ext>
            </a:extLst>
          </p:cNvPr>
          <p:cNvSpPr txBox="1"/>
          <p:nvPr/>
        </p:nvSpPr>
        <p:spPr>
          <a:xfrm>
            <a:off x="6993406" y="3658447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D0CD6196-D8C3-2280-1A60-69EB5D6FB9ED}"/>
              </a:ext>
            </a:extLst>
          </p:cNvPr>
          <p:cNvSpPr txBox="1"/>
          <p:nvPr/>
        </p:nvSpPr>
        <p:spPr>
          <a:xfrm>
            <a:off x="1000320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Lisa Tanger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CD767929-0616-22AF-E841-414B489CF55E}"/>
              </a:ext>
            </a:extLst>
          </p:cNvPr>
          <p:cNvSpPr txBox="1"/>
          <p:nvPr/>
        </p:nvSpPr>
        <p:spPr>
          <a:xfrm>
            <a:off x="1000320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8F8E17B6-0BCA-7A21-3BC2-338B44767A6B}"/>
              </a:ext>
            </a:extLst>
          </p:cNvPr>
          <p:cNvSpPr txBox="1"/>
          <p:nvPr/>
        </p:nvSpPr>
        <p:spPr>
          <a:xfrm>
            <a:off x="1000320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E993BE9E-FF5C-3D98-D589-704968E221BF}"/>
              </a:ext>
            </a:extLst>
          </p:cNvPr>
          <p:cNvSpPr txBox="1"/>
          <p:nvPr/>
        </p:nvSpPr>
        <p:spPr>
          <a:xfrm>
            <a:off x="299801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Jantine Vos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D8811DE5-1D79-0F4E-7244-71EF69EC7D43}"/>
              </a:ext>
            </a:extLst>
          </p:cNvPr>
          <p:cNvSpPr txBox="1"/>
          <p:nvPr/>
        </p:nvSpPr>
        <p:spPr>
          <a:xfrm>
            <a:off x="2998016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906E506E-D939-A088-CBF1-EAFE376B0C49}"/>
              </a:ext>
            </a:extLst>
          </p:cNvPr>
          <p:cNvSpPr txBox="1"/>
          <p:nvPr/>
        </p:nvSpPr>
        <p:spPr>
          <a:xfrm>
            <a:off x="2998016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D216E267-3BA0-F023-944C-581DF6123B75}"/>
              </a:ext>
            </a:extLst>
          </p:cNvPr>
          <p:cNvSpPr txBox="1"/>
          <p:nvPr/>
        </p:nvSpPr>
        <p:spPr>
          <a:xfrm>
            <a:off x="4995711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Willeke van Werkhoven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DF8A6A10-7C64-0181-C08B-7A085D54732A}"/>
              </a:ext>
            </a:extLst>
          </p:cNvPr>
          <p:cNvSpPr txBox="1"/>
          <p:nvPr/>
        </p:nvSpPr>
        <p:spPr>
          <a:xfrm>
            <a:off x="4995711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D2C21279-F932-477F-BEA4-CA89CC5DF98F}"/>
              </a:ext>
            </a:extLst>
          </p:cNvPr>
          <p:cNvSpPr txBox="1"/>
          <p:nvPr/>
        </p:nvSpPr>
        <p:spPr>
          <a:xfrm>
            <a:off x="4995711" y="6271093"/>
            <a:ext cx="1565704" cy="33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"/>
              </a:lnSpc>
            </a:pPr>
            <a:r>
              <a:rPr lang="en-US" sz="67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685BBBA2-95D4-4CAD-4320-7A0017A53CF1}"/>
              </a:ext>
            </a:extLst>
          </p:cNvPr>
          <p:cNvSpPr txBox="1"/>
          <p:nvPr/>
        </p:nvSpPr>
        <p:spPr>
          <a:xfrm>
            <a:off x="6993406" y="5903505"/>
            <a:ext cx="156570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365B6D"/>
                </a:solidFill>
                <a:latin typeface="Oswald Bold"/>
                <a:ea typeface="Oswald Bold"/>
                <a:cs typeface="Oswald Bold"/>
                <a:sym typeface="Oswald Bold"/>
              </a:rPr>
              <a:t>Jonathan van Grol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9C88E0D4-4870-A354-7190-A55811E6BBCE}"/>
              </a:ext>
            </a:extLst>
          </p:cNvPr>
          <p:cNvSpPr txBox="1"/>
          <p:nvPr/>
        </p:nvSpPr>
        <p:spPr>
          <a:xfrm>
            <a:off x="6993406" y="6105539"/>
            <a:ext cx="1565704" cy="13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"/>
              </a:lnSpc>
            </a:pPr>
            <a:r>
              <a:rPr lang="en-US" sz="817" b="1" dirty="0">
                <a:solidFill>
                  <a:srgbClr val="289DD2"/>
                </a:solidFill>
                <a:latin typeface="Oswald Bold"/>
                <a:ea typeface="Oswald Bold"/>
                <a:cs typeface="Oswald Bold"/>
                <a:sym typeface="Oswald Bold"/>
              </a:rPr>
              <a:t>Klas 1-3 VO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30DBFEA0-A39C-793D-9E52-8D3C1109801C}"/>
              </a:ext>
            </a:extLst>
          </p:cNvPr>
          <p:cNvSpPr txBox="1"/>
          <p:nvPr/>
        </p:nvSpPr>
        <p:spPr>
          <a:xfrm>
            <a:off x="736755" y="523462"/>
            <a:ext cx="3044113" cy="413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422" b="1" dirty="0" err="1">
                <a:solidFill>
                  <a:srgbClr val="365B6D"/>
                </a:solidFill>
                <a:latin typeface="Poppins Heavy"/>
                <a:ea typeface="Poppins Heavy"/>
                <a:cs typeface="Poppins Heavy"/>
                <a:sym typeface="Poppins Heavy"/>
              </a:rPr>
              <a:t>Groepsleiders</a:t>
            </a:r>
            <a:endParaRPr lang="en-US" sz="2422" b="1" dirty="0">
              <a:solidFill>
                <a:srgbClr val="365B6D"/>
              </a:solidFill>
              <a:latin typeface="Poppins Heavy"/>
              <a:ea typeface="Poppins Heavy"/>
              <a:cs typeface="Poppins Heavy"/>
              <a:sym typeface="Poppins Heavy"/>
            </a:endParaRP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CB7F4B58-7C3B-B777-FA02-C61767E92901}"/>
              </a:ext>
            </a:extLst>
          </p:cNvPr>
          <p:cNvSpPr txBox="1"/>
          <p:nvPr/>
        </p:nvSpPr>
        <p:spPr>
          <a:xfrm>
            <a:off x="3965907" y="439030"/>
            <a:ext cx="5142337" cy="59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sz="3433">
                <a:solidFill>
                  <a:srgbClr val="365B6D"/>
                </a:solidFill>
                <a:latin typeface="Oswald"/>
                <a:ea typeface="Oswald"/>
                <a:cs typeface="Oswald"/>
                <a:sym typeface="Oswald"/>
              </a:rPr>
              <a:t>ken Hem, vind ons, groei samen!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75A095-0033-89C2-0E15-AD775FDD6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" y="80757"/>
            <a:ext cx="677187" cy="67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76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Aangepast</PresentationFormat>
  <Paragraphs>98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10" baseType="lpstr">
      <vt:lpstr>Arial</vt:lpstr>
      <vt:lpstr>Poppins Heavy</vt:lpstr>
      <vt:lpstr>Calibri</vt:lpstr>
      <vt:lpstr>Oswald</vt:lpstr>
      <vt:lpstr>Oswald Bold</vt:lpstr>
      <vt:lpstr>Office Theme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Team Organization Graph</dc:title>
  <dc:creator>Tom Horst</dc:creator>
  <cp:lastModifiedBy>Tom Horst</cp:lastModifiedBy>
  <cp:revision>2</cp:revision>
  <dcterms:created xsi:type="dcterms:W3CDTF">2006-08-16T00:00:00Z</dcterms:created>
  <dcterms:modified xsi:type="dcterms:W3CDTF">2026-05-12T13:57:42Z</dcterms:modified>
  <dc:identifier>DAHJdQl-1uk</dc:identifier>
</cp:coreProperties>
</file>